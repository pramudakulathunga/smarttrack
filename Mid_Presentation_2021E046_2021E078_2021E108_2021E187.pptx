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71" r:id="rId4"/>
    <p:sldId id="260" r:id="rId5"/>
    <p:sldId id="259" r:id="rId6"/>
    <p:sldId id="261" r:id="rId7"/>
    <p:sldId id="262" r:id="rId8"/>
    <p:sldId id="263" r:id="rId9"/>
    <p:sldId id="264" r:id="rId10"/>
    <p:sldId id="272" r:id="rId11"/>
    <p:sldId id="274" r:id="rId12"/>
    <p:sldId id="267" r:id="rId13"/>
    <p:sldId id="266" r:id="rId14"/>
    <p:sldId id="270" r:id="rId15"/>
  </p:sldIdLst>
  <p:sldSz cx="18288000" cy="10287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Bold" panose="00000800000000000000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196" autoAdjust="0"/>
  </p:normalViewPr>
  <p:slideViewPr>
    <p:cSldViewPr>
      <p:cViewPr>
        <p:scale>
          <a:sx n="50" d="100"/>
          <a:sy n="50" d="100"/>
        </p:scale>
        <p:origin x="874" y="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25307" y="0"/>
            <a:ext cx="8338893" cy="11315700"/>
            <a:chOff x="-551966" y="0"/>
            <a:chExt cx="11118523" cy="150876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609" t="18" r="57011" b="-10019"/>
            <a:stretch/>
          </p:blipFill>
          <p:spPr>
            <a:xfrm>
              <a:off x="-551966" y="0"/>
              <a:ext cx="11118523" cy="1508760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-10800000">
            <a:off x="8474601" y="-682200"/>
            <a:ext cx="4055662" cy="3421800"/>
            <a:chOff x="0" y="0"/>
            <a:chExt cx="812800" cy="6857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85767"/>
            </a:xfrm>
            <a:custGeom>
              <a:avLst/>
              <a:gdLst/>
              <a:ahLst/>
              <a:cxnLst/>
              <a:rect l="l" t="t" r="r" b="b"/>
              <a:pathLst>
                <a:path w="812800" h="685767">
                  <a:moveTo>
                    <a:pt x="406400" y="0"/>
                  </a:moveTo>
                  <a:lnTo>
                    <a:pt x="812800" y="685767"/>
                  </a:lnTo>
                  <a:lnTo>
                    <a:pt x="0" y="68576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51717"/>
              <a:ext cx="558800" cy="385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1810905">
            <a:off x="16420901" y="1555088"/>
            <a:ext cx="388345" cy="11661301"/>
            <a:chOff x="0" y="0"/>
            <a:chExt cx="102280" cy="30712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280" cy="3071289"/>
            </a:xfrm>
            <a:custGeom>
              <a:avLst/>
              <a:gdLst/>
              <a:ahLst/>
              <a:cxnLst/>
              <a:rect l="l" t="t" r="r" b="b"/>
              <a:pathLst>
                <a:path w="102280" h="3071289">
                  <a:moveTo>
                    <a:pt x="0" y="0"/>
                  </a:moveTo>
                  <a:lnTo>
                    <a:pt x="102280" y="0"/>
                  </a:lnTo>
                  <a:lnTo>
                    <a:pt x="102280" y="3071289"/>
                  </a:lnTo>
                  <a:lnTo>
                    <a:pt x="0" y="30712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02280" cy="3137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1810836">
            <a:off x="16281146" y="1786478"/>
            <a:ext cx="2627353" cy="14588015"/>
            <a:chOff x="0" y="0"/>
            <a:chExt cx="581718" cy="3842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1718" cy="3842111"/>
            </a:xfrm>
            <a:custGeom>
              <a:avLst/>
              <a:gdLst/>
              <a:ahLst/>
              <a:cxnLst/>
              <a:rect l="l" t="t" r="r" b="b"/>
              <a:pathLst>
                <a:path w="581718" h="3842111">
                  <a:moveTo>
                    <a:pt x="0" y="0"/>
                  </a:moveTo>
                  <a:lnTo>
                    <a:pt x="581718" y="0"/>
                  </a:lnTo>
                  <a:lnTo>
                    <a:pt x="581718" y="3842111"/>
                  </a:lnTo>
                  <a:lnTo>
                    <a:pt x="0" y="3842111"/>
                  </a:lnTo>
                  <a:close/>
                </a:path>
              </a:pathLst>
            </a:custGeom>
            <a:solidFill>
              <a:srgbClr val="2E276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81718" cy="3908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5" name="TextBox 24">
            <a:extLst>
              <a:ext uri="{FF2B5EF4-FFF2-40B4-BE49-F238E27FC236}">
                <a16:creationId xmlns:a16="http://schemas.microsoft.com/office/drawing/2014/main" id="{C9356C19-074C-F30B-2CF1-D93078AE2C0E}"/>
              </a:ext>
            </a:extLst>
          </p:cNvPr>
          <p:cNvSpPr txBox="1"/>
          <p:nvPr/>
        </p:nvSpPr>
        <p:spPr>
          <a:xfrm>
            <a:off x="452381" y="1591635"/>
            <a:ext cx="9359509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b="1" dirty="0">
                <a:solidFill>
                  <a:srgbClr val="060644"/>
                </a:solidFill>
                <a:latin typeface="Poppins Bold"/>
                <a:ea typeface="Poppins Bold"/>
                <a:cs typeface="Poppins Bold"/>
                <a:sym typeface="Poppins Bold"/>
              </a:rPr>
              <a:t>SmartTrack: IoT Vehicle Monitoring and Control System for Rent-a-Car Service Owners</a:t>
            </a: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E4CFF0B5-F0F8-0B03-EEE0-5C9B3C2B4F28}"/>
              </a:ext>
            </a:extLst>
          </p:cNvPr>
          <p:cNvSpPr txBox="1"/>
          <p:nvPr/>
        </p:nvSpPr>
        <p:spPr>
          <a:xfrm>
            <a:off x="452380" y="5315797"/>
            <a:ext cx="7548619" cy="1199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spc="7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Mid semester 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spc="7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Presentation – Group 28</a:t>
            </a: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757CE06-B8E2-2010-31E5-604AC5DB1FCF}"/>
              </a:ext>
            </a:extLst>
          </p:cNvPr>
          <p:cNvSpPr txBox="1"/>
          <p:nvPr/>
        </p:nvSpPr>
        <p:spPr>
          <a:xfrm>
            <a:off x="450567" y="7529105"/>
            <a:ext cx="6591300" cy="2491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GROUP MEMBERS: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H.M.D.S.DHARMADASA - 2021/E/046</a:t>
            </a:r>
            <a:endParaRPr lang="en-US" sz="2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K.M.P.S.KULATHUNGA – 2021/E/078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P.G.P.M.CHANDRASIRI – 2021/E/108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H.M.S.A.BANDARA – 2021/E/187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E19CF-BEA1-BF29-E9C6-E2211F94F1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188" y="-419100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617121" y="2870278"/>
            <a:ext cx="808038" cy="80803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48538" y="2857335"/>
            <a:ext cx="808038" cy="80803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17121" y="3988043"/>
            <a:ext cx="808038" cy="80803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48538" y="3975100"/>
            <a:ext cx="808038" cy="80803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7121" y="5105808"/>
            <a:ext cx="808038" cy="80803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48538" y="5092865"/>
            <a:ext cx="808038" cy="80803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617121" y="6223573"/>
            <a:ext cx="808038" cy="80803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48538" y="6210630"/>
            <a:ext cx="808038" cy="808038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617121" y="7341338"/>
            <a:ext cx="808038" cy="808038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848538" y="7328395"/>
            <a:ext cx="808038" cy="808038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371600" y="1137938"/>
            <a:ext cx="710633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24163" y="3061149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55580" y="3048206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724163" y="4178914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55580" y="4165971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24163" y="5296679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55580" y="5283736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724163" y="6414444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55580" y="6401501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724163" y="7532209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955580" y="7519266"/>
            <a:ext cx="593954" cy="3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665183" y="3048206"/>
            <a:ext cx="3143563" cy="3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896599" y="3048206"/>
            <a:ext cx="3143563" cy="3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 So Far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665183" y="4254905"/>
            <a:ext cx="3143563" cy="3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896600" y="3987511"/>
            <a:ext cx="3143563" cy="79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Implementation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665183" y="5320929"/>
            <a:ext cx="3047775" cy="3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Scope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896599" y="5143500"/>
            <a:ext cx="3143563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 </a:t>
            </a:r>
          </a:p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665183" y="6424407"/>
            <a:ext cx="3143563" cy="3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896599" y="6438694"/>
            <a:ext cx="3143563" cy="3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What’s Next?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665183" y="7394653"/>
            <a:ext cx="3143563" cy="79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&amp; Solutions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896599" y="7542172"/>
            <a:ext cx="3143563" cy="3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719AFA-A3A9-A594-1CF6-BB92A549C1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091" y="-342900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F257-7B42-6E31-0E37-9B5A8A28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D7EC335-C34C-46D4-1769-FDEF426801CE}"/>
              </a:ext>
            </a:extLst>
          </p:cNvPr>
          <p:cNvGrpSpPr/>
          <p:nvPr/>
        </p:nvGrpSpPr>
        <p:grpSpPr>
          <a:xfrm>
            <a:off x="10439282" y="0"/>
            <a:ext cx="7848718" cy="10287000"/>
            <a:chOff x="0" y="0"/>
            <a:chExt cx="10464957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68230A0-C944-FC80-8E3D-90D2695C5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61" r="6361"/>
            <a:stretch/>
          </p:blipFill>
          <p:spPr>
            <a:xfrm>
              <a:off x="0" y="0"/>
              <a:ext cx="10464957" cy="13716000"/>
            </a:xfrm>
            <a:prstGeom prst="rect">
              <a:avLst/>
            </a:prstGeom>
          </p:spPr>
        </p:pic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88D75A0-9DA6-9E37-069D-103992066AA8}"/>
              </a:ext>
            </a:extLst>
          </p:cNvPr>
          <p:cNvSpPr txBox="1"/>
          <p:nvPr/>
        </p:nvSpPr>
        <p:spPr>
          <a:xfrm>
            <a:off x="648726" y="1028700"/>
            <a:ext cx="710633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Overview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EDCD38-852C-8FCF-5533-3FFA0855ACD2}"/>
              </a:ext>
            </a:extLst>
          </p:cNvPr>
          <p:cNvSpPr txBox="1"/>
          <p:nvPr/>
        </p:nvSpPr>
        <p:spPr>
          <a:xfrm>
            <a:off x="648726" y="495300"/>
            <a:ext cx="5409129" cy="47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FBA2AB-4E12-1351-54EF-97EE47B0CF8A}"/>
              </a:ext>
            </a:extLst>
          </p:cNvPr>
          <p:cNvSpPr txBox="1"/>
          <p:nvPr/>
        </p:nvSpPr>
        <p:spPr>
          <a:xfrm>
            <a:off x="648726" y="1790700"/>
            <a:ext cx="9257273" cy="8077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is SmartTrack?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Embedded system for rental car monitoring using ESP32.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</a:p>
          <a:p>
            <a:pPr marL="1828800" lvl="3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GPS tracking</a:t>
            </a:r>
          </a:p>
          <a:p>
            <a:pPr marL="1828800" lvl="3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Speed limit alerts</a:t>
            </a:r>
          </a:p>
          <a:p>
            <a:pPr marL="1828800" lvl="3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Fire detection &amp; temperature monitoring</a:t>
            </a:r>
          </a:p>
          <a:p>
            <a:pPr marL="1828800" lvl="3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Remote buzzer control (driver)</a:t>
            </a:r>
          </a:p>
          <a:p>
            <a:pPr marL="1828800" lvl="3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 Users: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Owners - </a:t>
            </a: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Monitoring dashboard (speed, fire, location, temperature).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Drivers -</a:t>
            </a: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Control features (buzzer, emergency alerts).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Components: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(ESP32, sensors), Mobile App (Android), Web Portfolio.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36E50F4-5CAE-2957-9F25-F15DCFFEBE48}"/>
              </a:ext>
            </a:extLst>
          </p:cNvPr>
          <p:cNvGrpSpPr/>
          <p:nvPr/>
        </p:nvGrpSpPr>
        <p:grpSpPr>
          <a:xfrm rot="-10800000">
            <a:off x="8411451" y="-682200"/>
            <a:ext cx="4055662" cy="3421800"/>
            <a:chOff x="0" y="0"/>
            <a:chExt cx="812800" cy="68576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6E29CA9-56C1-C9E4-FE2D-5FFDE325D8EF}"/>
                </a:ext>
              </a:extLst>
            </p:cNvPr>
            <p:cNvSpPr/>
            <p:nvPr/>
          </p:nvSpPr>
          <p:spPr>
            <a:xfrm>
              <a:off x="0" y="0"/>
              <a:ext cx="812800" cy="685767"/>
            </a:xfrm>
            <a:custGeom>
              <a:avLst/>
              <a:gdLst/>
              <a:ahLst/>
              <a:cxnLst/>
              <a:rect l="l" t="t" r="r" b="b"/>
              <a:pathLst>
                <a:path w="812800" h="685767">
                  <a:moveTo>
                    <a:pt x="406400" y="0"/>
                  </a:moveTo>
                  <a:lnTo>
                    <a:pt x="812800" y="685767"/>
                  </a:lnTo>
                  <a:lnTo>
                    <a:pt x="0" y="68576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23A5476-0B43-7DE0-7A31-87B10E080D46}"/>
                </a:ext>
              </a:extLst>
            </p:cNvPr>
            <p:cNvSpPr txBox="1"/>
            <p:nvPr/>
          </p:nvSpPr>
          <p:spPr>
            <a:xfrm>
              <a:off x="127000" y="251717"/>
              <a:ext cx="558800" cy="385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C744914-8ADC-AA8D-613D-33CBA6F63222}"/>
              </a:ext>
            </a:extLst>
          </p:cNvPr>
          <p:cNvGrpSpPr/>
          <p:nvPr/>
        </p:nvGrpSpPr>
        <p:grpSpPr>
          <a:xfrm rot="1810905">
            <a:off x="16814211" y="1579718"/>
            <a:ext cx="388345" cy="11661301"/>
            <a:chOff x="0" y="0"/>
            <a:chExt cx="102280" cy="307128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40E64A8-F779-19B6-9558-214CB69AB192}"/>
                </a:ext>
              </a:extLst>
            </p:cNvPr>
            <p:cNvSpPr/>
            <p:nvPr/>
          </p:nvSpPr>
          <p:spPr>
            <a:xfrm>
              <a:off x="0" y="0"/>
              <a:ext cx="102280" cy="3071289"/>
            </a:xfrm>
            <a:custGeom>
              <a:avLst/>
              <a:gdLst/>
              <a:ahLst/>
              <a:cxnLst/>
              <a:rect l="l" t="t" r="r" b="b"/>
              <a:pathLst>
                <a:path w="102280" h="3071289">
                  <a:moveTo>
                    <a:pt x="0" y="0"/>
                  </a:moveTo>
                  <a:lnTo>
                    <a:pt x="102280" y="0"/>
                  </a:lnTo>
                  <a:lnTo>
                    <a:pt x="102280" y="3071289"/>
                  </a:lnTo>
                  <a:lnTo>
                    <a:pt x="0" y="30712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320DDA8-6BB8-349A-DA91-50C567D71997}"/>
                </a:ext>
              </a:extLst>
            </p:cNvPr>
            <p:cNvSpPr txBox="1"/>
            <p:nvPr/>
          </p:nvSpPr>
          <p:spPr>
            <a:xfrm>
              <a:off x="0" y="-66675"/>
              <a:ext cx="102280" cy="3137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3671378-7ABA-CDCC-2A1D-43356D4BFDAC}"/>
              </a:ext>
            </a:extLst>
          </p:cNvPr>
          <p:cNvGrpSpPr/>
          <p:nvPr/>
        </p:nvGrpSpPr>
        <p:grpSpPr>
          <a:xfrm rot="1772979">
            <a:off x="16663761" y="2017994"/>
            <a:ext cx="2208710" cy="14588015"/>
            <a:chOff x="0" y="0"/>
            <a:chExt cx="581718" cy="384211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9217D62-20E3-3053-3968-4555FCDFEB9A}"/>
                </a:ext>
              </a:extLst>
            </p:cNvPr>
            <p:cNvSpPr/>
            <p:nvPr/>
          </p:nvSpPr>
          <p:spPr>
            <a:xfrm>
              <a:off x="0" y="0"/>
              <a:ext cx="581718" cy="3842111"/>
            </a:xfrm>
            <a:custGeom>
              <a:avLst/>
              <a:gdLst/>
              <a:ahLst/>
              <a:cxnLst/>
              <a:rect l="l" t="t" r="r" b="b"/>
              <a:pathLst>
                <a:path w="581718" h="3842111">
                  <a:moveTo>
                    <a:pt x="0" y="0"/>
                  </a:moveTo>
                  <a:lnTo>
                    <a:pt x="581718" y="0"/>
                  </a:lnTo>
                  <a:lnTo>
                    <a:pt x="581718" y="3842111"/>
                  </a:lnTo>
                  <a:lnTo>
                    <a:pt x="0" y="3842111"/>
                  </a:lnTo>
                  <a:close/>
                </a:path>
              </a:pathLst>
            </a:custGeom>
            <a:solidFill>
              <a:srgbClr val="2E2768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789580E-8AB2-C610-D581-E7749D40FE25}"/>
                </a:ext>
              </a:extLst>
            </p:cNvPr>
            <p:cNvSpPr txBox="1"/>
            <p:nvPr/>
          </p:nvSpPr>
          <p:spPr>
            <a:xfrm>
              <a:off x="0" y="-66675"/>
              <a:ext cx="581718" cy="3908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900FBCC-D267-267D-4F9F-B88109D284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6711" y="-278462"/>
            <a:ext cx="2610617" cy="261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0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6328" y="3387718"/>
            <a:ext cx="6584178" cy="5541039"/>
            <a:chOff x="0" y="0"/>
            <a:chExt cx="1376053" cy="13188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6053" cy="1318884"/>
            </a:xfrm>
            <a:custGeom>
              <a:avLst/>
              <a:gdLst/>
              <a:ahLst/>
              <a:cxnLst/>
              <a:rect l="l" t="t" r="r" b="b"/>
              <a:pathLst>
                <a:path w="1376053" h="1318884">
                  <a:moveTo>
                    <a:pt x="0" y="0"/>
                  </a:moveTo>
                  <a:lnTo>
                    <a:pt x="1376053" y="0"/>
                  </a:lnTo>
                  <a:lnTo>
                    <a:pt x="1376053" y="1318884"/>
                  </a:lnTo>
                  <a:lnTo>
                    <a:pt x="0" y="1318884"/>
                  </a:lnTo>
                  <a:close/>
                </a:path>
              </a:pathLst>
            </a:custGeom>
            <a:solidFill>
              <a:srgbClr val="2E276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76053" cy="1385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30842" y="3345397"/>
            <a:ext cx="6721561" cy="5541039"/>
            <a:chOff x="0" y="0"/>
            <a:chExt cx="1376053" cy="13188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76053" cy="1318884"/>
            </a:xfrm>
            <a:custGeom>
              <a:avLst/>
              <a:gdLst/>
              <a:ahLst/>
              <a:cxnLst/>
              <a:rect l="l" t="t" r="r" b="b"/>
              <a:pathLst>
                <a:path w="1376053" h="1318884">
                  <a:moveTo>
                    <a:pt x="0" y="0"/>
                  </a:moveTo>
                  <a:lnTo>
                    <a:pt x="1376053" y="0"/>
                  </a:lnTo>
                  <a:lnTo>
                    <a:pt x="1376053" y="1318884"/>
                  </a:lnTo>
                  <a:lnTo>
                    <a:pt x="0" y="1318884"/>
                  </a:lnTo>
                  <a:close/>
                </a:path>
              </a:pathLst>
            </a:custGeom>
            <a:solidFill>
              <a:srgbClr val="2E276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376053" cy="1385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635754" y="2124938"/>
            <a:ext cx="1880673" cy="188067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35596" y="2350894"/>
            <a:ext cx="1880673" cy="188067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92882" y="2465714"/>
            <a:ext cx="1166417" cy="1199121"/>
          </a:xfrm>
          <a:custGeom>
            <a:avLst/>
            <a:gdLst/>
            <a:ahLst/>
            <a:cxnLst/>
            <a:rect l="l" t="t" r="r" b="b"/>
            <a:pathLst>
              <a:path w="1166417" h="1199121">
                <a:moveTo>
                  <a:pt x="0" y="0"/>
                </a:moveTo>
                <a:lnTo>
                  <a:pt x="1166418" y="0"/>
                </a:lnTo>
                <a:lnTo>
                  <a:pt x="1166418" y="1199121"/>
                </a:lnTo>
                <a:lnTo>
                  <a:pt x="0" y="1199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885094" y="2649349"/>
            <a:ext cx="1181679" cy="1199121"/>
          </a:xfrm>
          <a:custGeom>
            <a:avLst/>
            <a:gdLst/>
            <a:ahLst/>
            <a:cxnLst/>
            <a:rect l="l" t="t" r="r" b="b"/>
            <a:pathLst>
              <a:path w="1181679" h="1199121">
                <a:moveTo>
                  <a:pt x="0" y="0"/>
                </a:moveTo>
                <a:lnTo>
                  <a:pt x="1181679" y="0"/>
                </a:lnTo>
                <a:lnTo>
                  <a:pt x="1181679" y="1199120"/>
                </a:lnTo>
                <a:lnTo>
                  <a:pt x="0" y="1199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554513" y="1719260"/>
            <a:ext cx="9178974" cy="64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39956" y="5253955"/>
            <a:ext cx="4594012" cy="3266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real-time monitoring for theft/unauthorized use.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Difficulty enforcing speed limits.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Delayed emergency response (fire, accidents).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07405" y="5253955"/>
            <a:ext cx="5368434" cy="2159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IoT sensors + cloud connectivity for instant alerts.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Dual-panel app for owner control and driver safety.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01828" y="3850654"/>
            <a:ext cx="459317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9"/>
              </a:lnSpc>
            </a:pPr>
            <a:r>
              <a:rPr lang="en-US" sz="353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Issues in Car Rentals: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95033" y="3692417"/>
            <a:ext cx="459317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9"/>
              </a:lnSpc>
            </a:pPr>
            <a:r>
              <a:rPr lang="en-US" sz="353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SmartTrack Solves This: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B869ED-1986-D8A8-2DAA-B030B7E11E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5754" y="-275266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10634834" y="-2057400"/>
            <a:ext cx="6624466" cy="3086100"/>
            <a:chOff x="0" y="0"/>
            <a:chExt cx="1744715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4715" cy="812800"/>
            </a:xfrm>
            <a:custGeom>
              <a:avLst/>
              <a:gdLst/>
              <a:ahLst/>
              <a:cxnLst/>
              <a:rect l="l" t="t" r="r" b="b"/>
              <a:pathLst>
                <a:path w="1744715" h="812800">
                  <a:moveTo>
                    <a:pt x="0" y="0"/>
                  </a:moveTo>
                  <a:lnTo>
                    <a:pt x="1744715" y="0"/>
                  </a:lnTo>
                  <a:lnTo>
                    <a:pt x="174471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744715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6817" y="9258300"/>
            <a:ext cx="6624466" cy="3086100"/>
            <a:chOff x="0" y="0"/>
            <a:chExt cx="1744715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44715" cy="812800"/>
            </a:xfrm>
            <a:custGeom>
              <a:avLst/>
              <a:gdLst/>
              <a:ahLst/>
              <a:cxnLst/>
              <a:rect l="l" t="t" r="r" b="b"/>
              <a:pathLst>
                <a:path w="1744715" h="812800">
                  <a:moveTo>
                    <a:pt x="0" y="0"/>
                  </a:moveTo>
                  <a:lnTo>
                    <a:pt x="1744715" y="0"/>
                  </a:lnTo>
                  <a:lnTo>
                    <a:pt x="174471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744715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33800" y="1638300"/>
            <a:ext cx="3524934" cy="64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Scope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3800" y="3314700"/>
            <a:ext cx="16230600" cy="1187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Sensors: GPS, fire, temperature, buzzer.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 vehicle battery power.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7862753E-54AD-6DC0-93C1-22FF7380F2E1}"/>
              </a:ext>
            </a:extLst>
          </p:cNvPr>
          <p:cNvSpPr txBox="1"/>
          <p:nvPr/>
        </p:nvSpPr>
        <p:spPr>
          <a:xfrm>
            <a:off x="3733800" y="4830988"/>
            <a:ext cx="31914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319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App: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A08465C8-65CA-670E-2168-580F3BEA984F}"/>
              </a:ext>
            </a:extLst>
          </p:cNvPr>
          <p:cNvSpPr txBox="1"/>
          <p:nvPr/>
        </p:nvSpPr>
        <p:spPr>
          <a:xfrm>
            <a:off x="3886200" y="5523960"/>
            <a:ext cx="16230600" cy="1187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Owner: Speed alerts, live tracking, fire/temperature alerts.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Driver: Buzzer control, emergency button.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50297E9D-0A79-7743-A567-0654A6C9D9C5}"/>
              </a:ext>
            </a:extLst>
          </p:cNvPr>
          <p:cNvSpPr txBox="1"/>
          <p:nvPr/>
        </p:nvSpPr>
        <p:spPr>
          <a:xfrm>
            <a:off x="3733799" y="2795050"/>
            <a:ext cx="31914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319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ESP32 Module: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EF0DACCB-1467-7F60-9E78-3B42001FE720}"/>
              </a:ext>
            </a:extLst>
          </p:cNvPr>
          <p:cNvSpPr txBox="1"/>
          <p:nvPr/>
        </p:nvSpPr>
        <p:spPr>
          <a:xfrm>
            <a:off x="3733800" y="7580821"/>
            <a:ext cx="16230600" cy="56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showcase, Play Store link, QR setup guide.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C7FC6346-BCBD-8D0F-93BA-B4204634ED16}"/>
              </a:ext>
            </a:extLst>
          </p:cNvPr>
          <p:cNvSpPr txBox="1"/>
          <p:nvPr/>
        </p:nvSpPr>
        <p:spPr>
          <a:xfrm>
            <a:off x="3733800" y="7040249"/>
            <a:ext cx="31914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319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 Portfolio: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E874C0-E7E1-735A-2C98-C6F963C414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8076626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1725" y="3238501"/>
            <a:ext cx="12944475" cy="5181599"/>
            <a:chOff x="0" y="0"/>
            <a:chExt cx="3409244" cy="10577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09245" cy="1057713"/>
            </a:xfrm>
            <a:custGeom>
              <a:avLst/>
              <a:gdLst/>
              <a:ahLst/>
              <a:cxnLst/>
              <a:rect l="l" t="t" r="r" b="b"/>
              <a:pathLst>
                <a:path w="3409245" h="1057713">
                  <a:moveTo>
                    <a:pt x="0" y="0"/>
                  </a:moveTo>
                  <a:lnTo>
                    <a:pt x="3409245" y="0"/>
                  </a:lnTo>
                  <a:lnTo>
                    <a:pt x="3409245" y="1057713"/>
                  </a:lnTo>
                  <a:lnTo>
                    <a:pt x="0" y="1057713"/>
                  </a:lnTo>
                  <a:close/>
                </a:path>
              </a:pathLst>
            </a:custGeom>
            <a:solidFill>
              <a:srgbClr val="2E276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409244" cy="1124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5316" y="4655743"/>
            <a:ext cx="1889912" cy="188991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89028" y="5062781"/>
            <a:ext cx="1075837" cy="1075837"/>
          </a:xfrm>
          <a:custGeom>
            <a:avLst/>
            <a:gdLst/>
            <a:ahLst/>
            <a:cxnLst/>
            <a:rect l="l" t="t" r="r" b="b"/>
            <a:pathLst>
              <a:path w="1075837" h="1075837">
                <a:moveTo>
                  <a:pt x="0" y="0"/>
                </a:moveTo>
                <a:lnTo>
                  <a:pt x="1075837" y="0"/>
                </a:lnTo>
                <a:lnTo>
                  <a:pt x="1075837" y="1075836"/>
                </a:lnTo>
                <a:lnTo>
                  <a:pt x="0" y="1075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43024" y="2139019"/>
            <a:ext cx="10163175" cy="642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Project Is Implementing?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0746" y="3860266"/>
            <a:ext cx="7029124" cy="59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Phases: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3025" y="1658323"/>
            <a:ext cx="3138369" cy="45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83351" y="4555425"/>
            <a:ext cx="11360552" cy="3266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Research: Component selection, use-case analysis.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 Setup: ESP32 wiring, sensor integration.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Firmware: AVR C code for sensor data collection.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App: UI/UX design (Figma), backend integration.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Testing: Sensor accuracy, app-cloud communication.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9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Deployment: Play Store, QR onboarding.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C6EA9-07E2-EAB8-CDDE-1A1A29E35E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9666" y="-266700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7757" y="3209247"/>
            <a:ext cx="2668737" cy="2110380"/>
            <a:chOff x="0" y="0"/>
            <a:chExt cx="102784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7848" cy="812800"/>
            </a:xfrm>
            <a:custGeom>
              <a:avLst/>
              <a:gdLst/>
              <a:ahLst/>
              <a:cxnLst/>
              <a:rect l="l" t="t" r="r" b="b"/>
              <a:pathLst>
                <a:path w="1027848" h="812800">
                  <a:moveTo>
                    <a:pt x="513924" y="0"/>
                  </a:moveTo>
                  <a:cubicBezTo>
                    <a:pt x="230092" y="0"/>
                    <a:pt x="0" y="181951"/>
                    <a:pt x="0" y="406400"/>
                  </a:cubicBezTo>
                  <a:cubicBezTo>
                    <a:pt x="0" y="630849"/>
                    <a:pt x="230092" y="812800"/>
                    <a:pt x="513924" y="812800"/>
                  </a:cubicBezTo>
                  <a:cubicBezTo>
                    <a:pt x="797756" y="812800"/>
                    <a:pt x="1027848" y="630849"/>
                    <a:pt x="1027848" y="406400"/>
                  </a:cubicBezTo>
                  <a:cubicBezTo>
                    <a:pt x="1027848" y="181951"/>
                    <a:pt x="797756" y="0"/>
                    <a:pt x="5139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E2768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361" y="9525"/>
              <a:ext cx="835126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80162" y="3120815"/>
            <a:ext cx="1055190" cy="10551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48899" y="3120815"/>
            <a:ext cx="1055190" cy="10551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14531" y="4963144"/>
            <a:ext cx="1055190" cy="10551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92073" y="3425953"/>
            <a:ext cx="1500105" cy="150010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276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8697096" y="3744883"/>
            <a:ext cx="890059" cy="862244"/>
          </a:xfrm>
          <a:custGeom>
            <a:avLst/>
            <a:gdLst/>
            <a:ahLst/>
            <a:cxnLst/>
            <a:rect l="l" t="t" r="r" b="b"/>
            <a:pathLst>
              <a:path w="890059" h="862244">
                <a:moveTo>
                  <a:pt x="0" y="0"/>
                </a:moveTo>
                <a:lnTo>
                  <a:pt x="890059" y="0"/>
                </a:lnTo>
                <a:lnTo>
                  <a:pt x="890059" y="862244"/>
                </a:lnTo>
                <a:lnTo>
                  <a:pt x="0" y="862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591634" y="3343621"/>
            <a:ext cx="432247" cy="609579"/>
          </a:xfrm>
          <a:custGeom>
            <a:avLst/>
            <a:gdLst/>
            <a:ahLst/>
            <a:cxnLst/>
            <a:rect l="l" t="t" r="r" b="b"/>
            <a:pathLst>
              <a:path w="432247" h="609579">
                <a:moveTo>
                  <a:pt x="0" y="0"/>
                </a:moveTo>
                <a:lnTo>
                  <a:pt x="432246" y="0"/>
                </a:lnTo>
                <a:lnTo>
                  <a:pt x="432246" y="609578"/>
                </a:lnTo>
                <a:lnTo>
                  <a:pt x="0" y="609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143545" y="3320909"/>
            <a:ext cx="665899" cy="655002"/>
          </a:xfrm>
          <a:custGeom>
            <a:avLst/>
            <a:gdLst/>
            <a:ahLst/>
            <a:cxnLst/>
            <a:rect l="l" t="t" r="r" b="b"/>
            <a:pathLst>
              <a:path w="665899" h="655002">
                <a:moveTo>
                  <a:pt x="0" y="0"/>
                </a:moveTo>
                <a:lnTo>
                  <a:pt x="665899" y="0"/>
                </a:lnTo>
                <a:lnTo>
                  <a:pt x="665899" y="655002"/>
                </a:lnTo>
                <a:lnTo>
                  <a:pt x="0" y="65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810137" y="5107490"/>
            <a:ext cx="663977" cy="766496"/>
          </a:xfrm>
          <a:custGeom>
            <a:avLst/>
            <a:gdLst/>
            <a:ahLst/>
            <a:cxnLst/>
            <a:rect l="l" t="t" r="r" b="b"/>
            <a:pathLst>
              <a:path w="663977" h="766496">
                <a:moveTo>
                  <a:pt x="0" y="0"/>
                </a:moveTo>
                <a:lnTo>
                  <a:pt x="663977" y="0"/>
                </a:lnTo>
                <a:lnTo>
                  <a:pt x="663977" y="766497"/>
                </a:lnTo>
                <a:lnTo>
                  <a:pt x="0" y="766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034064" y="1501384"/>
            <a:ext cx="6880100" cy="642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&amp; Solutions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3604" y="3103620"/>
            <a:ext cx="5108462" cy="2870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35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Challenge: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 shortages.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35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Sourced alternatives (e.g., simulators for testing).</a:t>
            </a:r>
          </a:p>
        </p:txBody>
      </p:sp>
      <p:sp>
        <p:nvSpPr>
          <p:cNvPr id="25" name="AutoShape 25"/>
          <p:cNvSpPr/>
          <p:nvPr/>
        </p:nvSpPr>
        <p:spPr>
          <a:xfrm flipH="1">
            <a:off x="6415469" y="3781677"/>
            <a:ext cx="881669" cy="2301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6" name="AutoShape 26"/>
          <p:cNvSpPr/>
          <p:nvPr/>
        </p:nvSpPr>
        <p:spPr>
          <a:xfrm>
            <a:off x="10986573" y="3783738"/>
            <a:ext cx="888927" cy="2358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7" name="AutoShape 27"/>
          <p:cNvSpPr/>
          <p:nvPr/>
        </p:nvSpPr>
        <p:spPr>
          <a:xfrm>
            <a:off x="9142126" y="6018333"/>
            <a:ext cx="0" cy="45180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FB078ADE-DACF-F7E4-F847-C4114536EDA6}"/>
              </a:ext>
            </a:extLst>
          </p:cNvPr>
          <p:cNvSpPr txBox="1"/>
          <p:nvPr/>
        </p:nvSpPr>
        <p:spPr>
          <a:xfrm>
            <a:off x="6587894" y="6930502"/>
            <a:ext cx="6326270" cy="2285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35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Challenge: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Complex sensor integration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35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Iterative testing + online forums.</a:t>
            </a: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4BF9CC7E-6E5A-8603-A637-44849AADDA84}"/>
              </a:ext>
            </a:extLst>
          </p:cNvPr>
          <p:cNvSpPr txBox="1"/>
          <p:nvPr/>
        </p:nvSpPr>
        <p:spPr>
          <a:xfrm>
            <a:off x="12382185" y="3103620"/>
            <a:ext cx="5560421" cy="2870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35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Challenge: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Power consumption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35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3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ESP32 sleep modes + battery optimization.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735FA9E-BEAC-A026-AD25-F1911F8ECDD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7383" y="-266700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257175"/>
            <a:ext cx="8333154" cy="3086100"/>
            <a:chOff x="0" y="0"/>
            <a:chExt cx="219474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740" cy="812800"/>
            </a:xfrm>
            <a:custGeom>
              <a:avLst/>
              <a:gdLst/>
              <a:ahLst/>
              <a:cxnLst/>
              <a:rect l="l" t="t" r="r" b="b"/>
              <a:pathLst>
                <a:path w="2194740" h="812800">
                  <a:moveTo>
                    <a:pt x="0" y="0"/>
                  </a:moveTo>
                  <a:lnTo>
                    <a:pt x="2194740" y="0"/>
                  </a:lnTo>
                  <a:lnTo>
                    <a:pt x="219474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9474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624423" y="9258300"/>
            <a:ext cx="9900631" cy="3086100"/>
            <a:chOff x="0" y="0"/>
            <a:chExt cx="2607574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07574" cy="812800"/>
            </a:xfrm>
            <a:custGeom>
              <a:avLst/>
              <a:gdLst/>
              <a:ahLst/>
              <a:cxnLst/>
              <a:rect l="l" t="t" r="r" b="b"/>
              <a:pathLst>
                <a:path w="2607574" h="812800">
                  <a:moveTo>
                    <a:pt x="0" y="0"/>
                  </a:moveTo>
                  <a:lnTo>
                    <a:pt x="2607574" y="0"/>
                  </a:lnTo>
                  <a:lnTo>
                    <a:pt x="260757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607574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18677" y="964633"/>
            <a:ext cx="4495800" cy="642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 So Far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342900"/>
            <a:ext cx="7925783" cy="4463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Driver Features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Buzzer Control: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 via app to deter theft or locate the parked vehicle.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Emergency Button: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Sends instant SMS alert to owner (e.g., "EMERGENCY – Driver ID: 01").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2D7380D6-B52B-DE56-DC3B-A8BEE7C6ADA4}"/>
              </a:ext>
            </a:extLst>
          </p:cNvPr>
          <p:cNvSpPr txBox="1"/>
          <p:nvPr/>
        </p:nvSpPr>
        <p:spPr>
          <a:xfrm>
            <a:off x="893883" y="3009899"/>
            <a:ext cx="6545388" cy="7048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Owner Features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Speed Monitoring: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Alerts if driver exceeds preset limit (e.g., SMS: "ALERT: Speed Limit Exceeded!").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Live Tracking: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GPS coordinates on app map.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Temperature Alerts: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Notifications for extreme in-vehicle temperatures.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7797C9C2-6763-087E-B5DE-BBC224C41F49}"/>
              </a:ext>
            </a:extLst>
          </p:cNvPr>
          <p:cNvSpPr txBox="1"/>
          <p:nvPr/>
        </p:nvSpPr>
        <p:spPr>
          <a:xfrm>
            <a:off x="9144000" y="5272057"/>
            <a:ext cx="7925783" cy="2524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 App Status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 Construction: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Basic UI/UX ready (Figma mockups).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Serial Monitor Demo.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C37954-0E1E-EBD3-25A2-D29FA8879C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7863" y="7222011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533400" y="419100"/>
            <a:ext cx="7106334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Implementation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DD2F040E-A30C-5229-1E85-0C015F16C062}"/>
              </a:ext>
            </a:extLst>
          </p:cNvPr>
          <p:cNvSpPr txBox="1"/>
          <p:nvPr/>
        </p:nvSpPr>
        <p:spPr>
          <a:xfrm>
            <a:off x="1294604" y="2321235"/>
            <a:ext cx="5552733" cy="451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3D Modal Circuit Diagram: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73FDC516-C946-BF28-D6E6-F5FB1EE64891}"/>
              </a:ext>
            </a:extLst>
          </p:cNvPr>
          <p:cNvSpPr txBox="1"/>
          <p:nvPr/>
        </p:nvSpPr>
        <p:spPr>
          <a:xfrm>
            <a:off x="9334500" y="2321235"/>
            <a:ext cx="3886200" cy="451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Prototype Images: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896E53-FF87-0108-FF79-5D5D53379B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7863" y="-289382"/>
            <a:ext cx="2610617" cy="26106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8EA6B4-2F1E-E46D-DD91-3150C5E55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604" y="3801781"/>
            <a:ext cx="6781800" cy="5380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12A05B-E0F5-BBA1-2B94-3D4AFF4C86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11" b="7037"/>
          <a:stretch/>
        </p:blipFill>
        <p:spPr>
          <a:xfrm rot="16200000">
            <a:off x="10136981" y="2593181"/>
            <a:ext cx="5786438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1A74-82BE-B9AC-AA0C-ABC2B494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804E0F77-F777-B3C9-D767-7B0724B82982}"/>
              </a:ext>
            </a:extLst>
          </p:cNvPr>
          <p:cNvSpPr txBox="1"/>
          <p:nvPr/>
        </p:nvSpPr>
        <p:spPr>
          <a:xfrm>
            <a:off x="533400" y="419100"/>
            <a:ext cx="7106334" cy="128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 </a:t>
            </a:r>
          </a:p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56CD27B1-A21B-4962-6768-61888401CBF8}"/>
              </a:ext>
            </a:extLst>
          </p:cNvPr>
          <p:cNvSpPr txBox="1"/>
          <p:nvPr/>
        </p:nvSpPr>
        <p:spPr>
          <a:xfrm>
            <a:off x="533400" y="2095500"/>
            <a:ext cx="3553167" cy="45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UI/UX Designs: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D3D2E-E667-D319-B60B-AB5164A065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2143" y="-244367"/>
            <a:ext cx="2610617" cy="2610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A06114-B916-D7D4-5A5D-AB2DE6279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09900"/>
            <a:ext cx="2971800" cy="6368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4ECBDC-6082-62F8-D4C1-3E48F19BD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971874"/>
            <a:ext cx="2971800" cy="6368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820BD8-CA71-E87E-1784-F871AA8FC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490" y="2971874"/>
            <a:ext cx="2971800" cy="63681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FD522C-A56F-18FA-E89F-9198F4C2CC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009900"/>
            <a:ext cx="2971800" cy="6368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9D4DBE-83F3-8F9A-E0FD-E7F384C01C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009900"/>
            <a:ext cx="2971800" cy="63681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0FFE32-248C-C0CD-C84D-23307B8C6B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0" y="3009900"/>
            <a:ext cx="2971800" cy="636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5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79B4-350E-5C84-EDCE-35CAEB82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D7B2C17F-9FF6-94A4-DC79-E77AF7FC51D8}"/>
              </a:ext>
            </a:extLst>
          </p:cNvPr>
          <p:cNvSpPr txBox="1"/>
          <p:nvPr/>
        </p:nvSpPr>
        <p:spPr>
          <a:xfrm>
            <a:off x="533400" y="419100"/>
            <a:ext cx="7106334" cy="128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 </a:t>
            </a:r>
          </a:p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6DD1D12A-50BD-FE79-7B01-B716101BBDD5}"/>
              </a:ext>
            </a:extLst>
          </p:cNvPr>
          <p:cNvSpPr txBox="1"/>
          <p:nvPr/>
        </p:nvSpPr>
        <p:spPr>
          <a:xfrm>
            <a:off x="533400" y="2095500"/>
            <a:ext cx="3553167" cy="45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UI/UX Designs: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2E1F0-55E5-0B78-B6FC-BBE1CCA8CD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2143" y="-244367"/>
            <a:ext cx="2610617" cy="2610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E46064-A19D-9C84-A010-61BCE7C8B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2743126"/>
            <a:ext cx="2971799" cy="6368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64A1BB-6EA4-42EE-A728-5ED646B845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4200" y="2705100"/>
            <a:ext cx="2971800" cy="6368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46D879-E67C-769C-E9DD-C6836753D0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5490" y="2705100"/>
            <a:ext cx="2971800" cy="6368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E51A94-607E-183E-B59B-C4E0872941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0" y="2743126"/>
            <a:ext cx="2971800" cy="63681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BCDBCE-67B2-3CBD-C426-F38CB9ADA0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000" y="2743126"/>
            <a:ext cx="2971800" cy="63681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D8288A-64C8-77ED-B13A-0A69185B3C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00" y="2743126"/>
            <a:ext cx="2971800" cy="6368142"/>
          </a:xfrm>
          <a:prstGeom prst="rect">
            <a:avLst/>
          </a:prstGeom>
        </p:spPr>
      </p:pic>
      <p:sp>
        <p:nvSpPr>
          <p:cNvPr id="2" name="TextBox 18">
            <a:extLst>
              <a:ext uri="{FF2B5EF4-FFF2-40B4-BE49-F238E27FC236}">
                <a16:creationId xmlns:a16="http://schemas.microsoft.com/office/drawing/2014/main" id="{FB347FC4-5816-BB65-C9F8-CBFD0D4BEA67}"/>
              </a:ext>
            </a:extLst>
          </p:cNvPr>
          <p:cNvSpPr txBox="1"/>
          <p:nvPr/>
        </p:nvSpPr>
        <p:spPr>
          <a:xfrm>
            <a:off x="533400" y="9301051"/>
            <a:ext cx="11811001" cy="8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19"/>
              </a:lnSpc>
              <a:buFont typeface="Wingdings" panose="05000000000000000000" pitchFamily="2" charset="2"/>
              <a:buChar char="Ø"/>
            </a:pPr>
            <a:r>
              <a:rPr lang="en-US" sz="3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Next Steps: </a:t>
            </a:r>
          </a:p>
          <a:p>
            <a:pPr marL="800100" lvl="1" indent="-342900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Firebase integration, Play Store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3890609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03595" y="0"/>
            <a:ext cx="7984405" cy="10287000"/>
            <a:chOff x="0" y="0"/>
            <a:chExt cx="10645873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01" t="6381" r="44564"/>
            <a:stretch/>
          </p:blipFill>
          <p:spPr>
            <a:xfrm>
              <a:off x="0" y="0"/>
              <a:ext cx="10645873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487001" y="1356303"/>
            <a:ext cx="7106334" cy="64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What’s Next?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400" y="2354326"/>
            <a:ext cx="9770195" cy="5456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3715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54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Finalize Design: </a:t>
            </a:r>
            <a:r>
              <a:rPr lang="en-US" sz="265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casing + app/website UI.</a:t>
            </a:r>
          </a:p>
          <a:p>
            <a:pPr marL="743715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54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 Code: </a:t>
            </a:r>
            <a:r>
              <a:rPr lang="en-US" sz="265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Upload C firmware to ESP32.</a:t>
            </a:r>
          </a:p>
          <a:p>
            <a:pPr marL="743715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54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 &amp; Debug: </a:t>
            </a:r>
            <a:r>
              <a:rPr lang="en-US" sz="265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sensor/communication errors.</a:t>
            </a:r>
          </a:p>
          <a:p>
            <a:pPr marL="743715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54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Final Product: </a:t>
            </a:r>
            <a:r>
              <a:rPr lang="en-US" sz="265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Compact module + compliance checks.</a:t>
            </a:r>
          </a:p>
          <a:p>
            <a:pPr marL="743715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54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Launch Website: </a:t>
            </a:r>
            <a:r>
              <a:rPr lang="en-US" sz="265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page portfolio with features, modal images of the design and components what we used to implementation, and QR code to download mobile application through App Store.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205047" y="9258300"/>
            <a:ext cx="5088121" cy="1028700"/>
            <a:chOff x="0" y="0"/>
            <a:chExt cx="1340081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0081" cy="270933"/>
            </a:xfrm>
            <a:custGeom>
              <a:avLst/>
              <a:gdLst/>
              <a:ahLst/>
              <a:cxnLst/>
              <a:rect l="l" t="t" r="r" b="b"/>
              <a:pathLst>
                <a:path w="1340081" h="270933">
                  <a:moveTo>
                    <a:pt x="0" y="0"/>
                  </a:moveTo>
                  <a:lnTo>
                    <a:pt x="1340081" y="0"/>
                  </a:lnTo>
                  <a:lnTo>
                    <a:pt x="134008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340081" cy="337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E435F98-F455-1B7D-80C7-7096CADC56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218" y="-342900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85466" y="571500"/>
            <a:ext cx="1524596" cy="152459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31459" y="982836"/>
            <a:ext cx="632609" cy="701924"/>
          </a:xfrm>
          <a:custGeom>
            <a:avLst/>
            <a:gdLst/>
            <a:ahLst/>
            <a:cxnLst/>
            <a:rect l="l" t="t" r="r" b="b"/>
            <a:pathLst>
              <a:path w="632609" h="701924">
                <a:moveTo>
                  <a:pt x="0" y="0"/>
                </a:moveTo>
                <a:lnTo>
                  <a:pt x="632610" y="0"/>
                </a:lnTo>
                <a:lnTo>
                  <a:pt x="632610" y="701924"/>
                </a:lnTo>
                <a:lnTo>
                  <a:pt x="0" y="70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2433906" y="998960"/>
            <a:ext cx="472889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33906" y="3354158"/>
            <a:ext cx="13187094" cy="5827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3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"SmartTrack" is an IoT-based embedded system using ESP32 modules to enhance rental vehicle management. The hardware, installed discreetly in vehicles and powered by the car battery, enables real-time tracking of speed, location, temperature, and fire hazards. Owners receive instant alerts via a dedicated mobile app, while drivers can trigger a buzzer or send emergency notifications. Each pre-built module includes a QR code for quick app pairing, available on the Play Store or our project portfolio website. Designed for scalability, SmartTrack empowers rental businesses with secure, centralized control over their fleets.</a:t>
            </a:r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1CF09654-3CE6-D7D4-FD6D-C7157359EB08}"/>
              </a:ext>
            </a:extLst>
          </p:cNvPr>
          <p:cNvSpPr/>
          <p:nvPr/>
        </p:nvSpPr>
        <p:spPr>
          <a:xfrm>
            <a:off x="2433906" y="1991265"/>
            <a:ext cx="673925" cy="526887"/>
          </a:xfrm>
          <a:custGeom>
            <a:avLst/>
            <a:gdLst/>
            <a:ahLst/>
            <a:cxnLst/>
            <a:rect l="l" t="t" r="r" b="b"/>
            <a:pathLst>
              <a:path w="673925" h="526887">
                <a:moveTo>
                  <a:pt x="0" y="0"/>
                </a:moveTo>
                <a:lnTo>
                  <a:pt x="673925" y="0"/>
                </a:lnTo>
                <a:lnTo>
                  <a:pt x="673925" y="526887"/>
                </a:lnTo>
                <a:lnTo>
                  <a:pt x="0" y="526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97D5556B-06FC-20C9-B3DF-6E9B19CCB917}"/>
              </a:ext>
            </a:extLst>
          </p:cNvPr>
          <p:cNvSpPr txBox="1"/>
          <p:nvPr/>
        </p:nvSpPr>
        <p:spPr>
          <a:xfrm>
            <a:off x="2433906" y="2593836"/>
            <a:ext cx="897384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Track Smarter, Rent Safer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192E10-A273-DD25-4CD0-237795F72C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0" y="-306349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5334216" y="6175343"/>
            <a:ext cx="7619567" cy="1324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3"/>
              </a:lnSpc>
              <a:spcBef>
                <a:spcPct val="0"/>
              </a:spcBef>
            </a:pPr>
            <a:r>
              <a:rPr lang="en-US" sz="2800" spc="56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Faculty of Engineering</a:t>
            </a:r>
          </a:p>
          <a:p>
            <a:pPr algn="ctr">
              <a:lnSpc>
                <a:spcPts val="5263"/>
              </a:lnSpc>
              <a:spcBef>
                <a:spcPct val="0"/>
              </a:spcBef>
            </a:pPr>
            <a:r>
              <a:rPr lang="en-US" sz="2800" spc="56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University of Jaffna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7098" y="4325117"/>
            <a:ext cx="8973804" cy="185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79"/>
              </a:lnSpc>
            </a:pPr>
            <a:r>
              <a:rPr lang="en-US" sz="12163" b="1" dirty="0">
                <a:solidFill>
                  <a:srgbClr val="06064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F2470-A560-51C5-35AD-C3CDCE17AA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690" y="1714500"/>
            <a:ext cx="2610617" cy="26106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752</Words>
  <Application>Microsoft Office PowerPoint</Application>
  <PresentationFormat>Custom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Poppins</vt:lpstr>
      <vt:lpstr>Calibri</vt:lpstr>
      <vt:lpstr>Poppins Bold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And White Modern Project Management Presentation</dc:title>
  <cp:lastModifiedBy>Pasindu Chandrasiri</cp:lastModifiedBy>
  <cp:revision>17</cp:revision>
  <dcterms:created xsi:type="dcterms:W3CDTF">2006-08-16T00:00:00Z</dcterms:created>
  <dcterms:modified xsi:type="dcterms:W3CDTF">2025-03-07T05:52:48Z</dcterms:modified>
  <dc:identifier>DAGg-QACuuU</dc:identifier>
</cp:coreProperties>
</file>